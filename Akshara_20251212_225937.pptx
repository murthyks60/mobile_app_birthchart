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D9F1FF"/>
    <a:srgbClr val="FFFFCC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5" autoAdjust="0"/>
    <p:restoredTop sz="94660"/>
  </p:normalViewPr>
  <p:slideViewPr>
    <p:cSldViewPr snapToGrid="0">
      <p:cViewPr varScale="1">
        <p:scale>
          <a:sx n="51" d="100"/>
          <a:sy n="51" d="100"/>
        </p:scale>
        <p:origin x="273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BED7EF-25CD-4613-8673-C9F8C693069A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11C999-EEB4-4FF9-8B85-45106DDC6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80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1pPr>
    <a:lvl2pPr marL="838185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2pPr>
    <a:lvl3pPr marL="1676370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3pPr>
    <a:lvl4pPr marL="2514554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4pPr>
    <a:lvl5pPr marL="3352739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5pPr>
    <a:lvl6pPr marL="4190924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6pPr>
    <a:lvl7pPr marL="5029109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7pPr>
    <a:lvl8pPr marL="5867293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8pPr>
    <a:lvl9pPr marL="6705478" algn="l" defTabSz="1676370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11C999-EEB4-4FF9-8B85-45106DDC6E3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76926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52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42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306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941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60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85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3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04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03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724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395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12A17-B94B-42F2-B0F5-804939C0C06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8C2823-A98A-4802-A8CF-5A2E4793A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4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B03CED4-98D5-0027-9326-B389F8600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512177"/>
              </p:ext>
            </p:extLst>
          </p:nvPr>
        </p:nvGraphicFramePr>
        <p:xfrm>
          <a:off x="3784665" y="919070"/>
          <a:ext cx="2852904" cy="25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226">
                  <a:extLst>
                    <a:ext uri="{9D8B030D-6E8A-4147-A177-3AD203B41FA5}">
                      <a16:colId xmlns:a16="http://schemas.microsoft.com/office/drawing/2014/main" val="3702220428"/>
                    </a:ext>
                  </a:extLst>
                </a:gridCol>
                <a:gridCol w="713226">
                  <a:extLst>
                    <a:ext uri="{9D8B030D-6E8A-4147-A177-3AD203B41FA5}">
                      <a16:colId xmlns:a16="http://schemas.microsoft.com/office/drawing/2014/main" val="3032641923"/>
                    </a:ext>
                  </a:extLst>
                </a:gridCol>
                <a:gridCol w="713226">
                  <a:extLst>
                    <a:ext uri="{9D8B030D-6E8A-4147-A177-3AD203B41FA5}">
                      <a16:colId xmlns:a16="http://schemas.microsoft.com/office/drawing/2014/main" val="1280857427"/>
                    </a:ext>
                  </a:extLst>
                </a:gridCol>
                <a:gridCol w="713226">
                  <a:extLst>
                    <a:ext uri="{9D8B030D-6E8A-4147-A177-3AD203B41FA5}">
                      <a16:colId xmlns:a16="http://schemas.microsoft.com/office/drawing/2014/main" val="114051539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t>Pi</a:t>
                      </a:r>
                    </a:p>
                    <a:p>
                      <a:pPr algn="ctr"/>
                      <a:r>
                        <a:t>Sa</a:t>
                      </a:r>
                    </a:p>
                  </a:txBody>
                  <a:tcPr marL="45720" marR="0" marT="0" marB="0"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Ar</a:t>
                      </a:r>
                    </a:p>
                  </a:txBody>
                  <a:tcPr marL="4572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Ta</a:t>
                      </a:r>
                    </a:p>
                  </a:txBody>
                  <a:tcPr marL="45720" marR="0" marT="0" marB="0"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Ge</a:t>
                      </a:r>
                    </a:p>
                  </a:txBody>
                  <a:tcPr marL="45720" marR="0" marT="0" marB="0">
                    <a:solidFill>
                      <a:srgbClr val="D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91032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t>Aq</a:t>
                      </a:r>
                    </a:p>
                    <a:p>
                      <a:pPr algn="ctr"/>
                      <a:r>
                        <a:t>Ra</a:t>
                      </a:r>
                    </a:p>
                  </a:txBody>
                  <a:tcPr marL="4572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F1FF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t>Rasi Chakra</a:t>
                      </a:r>
                    </a:p>
                  </a:txBody>
                  <a:tcPr marL="4572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F1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t>Cn</a:t>
                      </a:r>
                    </a:p>
                    <a:p>
                      <a:pPr algn="ctr"/>
                      <a:r>
                        <a:t>Ju</a:t>
                      </a:r>
                    </a:p>
                  </a:txBody>
                  <a:tcPr marL="45720" marR="0" marT="0" marB="0">
                    <a:solidFill>
                      <a:srgbClr val="D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48399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t>Cp</a:t>
                      </a:r>
                    </a:p>
                  </a:txBody>
                  <a:tcPr marL="4572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F1FF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t>2025-11-18  08:23:00</a:t>
                      </a:r>
                    </a:p>
                  </a:txBody>
                  <a:tcPr marL="4572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F1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t>Le</a:t>
                      </a:r>
                    </a:p>
                    <a:p>
                      <a:pPr algn="ctr"/>
                      <a:r>
                        <a:t>Ke</a:t>
                      </a:r>
                    </a:p>
                  </a:txBody>
                  <a:tcPr marL="45720" marR="0" marT="0" marB="0">
                    <a:solidFill>
                      <a:srgbClr val="D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60227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t>Sg</a:t>
                      </a:r>
                    </a:p>
                  </a:txBody>
                  <a:tcPr marL="45720" marR="0" marT="0" marB="0"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Sc</a:t>
                      </a:r>
                    </a:p>
                    <a:p>
                      <a:pPr algn="ctr"/>
                      <a:r>
                        <a:t>Su</a:t>
                      </a:r>
                    </a:p>
                    <a:p>
                      <a:pPr algn="ctr"/>
                      <a:r>
                        <a:t>Ma</a:t>
                      </a:r>
                    </a:p>
                    <a:p>
                      <a:pPr algn="ctr"/>
                      <a:r>
                        <a:t>Me</a:t>
                      </a:r>
                    </a:p>
                    <a:p>
                      <a:pPr algn="ctr"/>
                      <a:r>
                        <a:t>Asc</a:t>
                      </a:r>
                    </a:p>
                  </a:txBody>
                  <a:tcPr marL="4572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Li</a:t>
                      </a:r>
                    </a:p>
                    <a:p>
                      <a:pPr algn="ctr"/>
                      <a:r>
                        <a:t>Mo</a:t>
                      </a:r>
                    </a:p>
                    <a:p>
                      <a:pPr algn="ctr"/>
                      <a:r>
                        <a:t>Ve</a:t>
                      </a:r>
                    </a:p>
                  </a:txBody>
                  <a:tcPr marL="45720" marR="0" marT="0" marB="0">
                    <a:solidFill>
                      <a:srgbClr val="D9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Vi</a:t>
                      </a:r>
                    </a:p>
                  </a:txBody>
                  <a:tcPr marL="45720" marR="0" marT="0" marB="0">
                    <a:solidFill>
                      <a:srgbClr val="D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41556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DACAFE5-D6CA-C23B-13C3-3F0FC60B1A25}"/>
              </a:ext>
            </a:extLst>
          </p:cNvPr>
          <p:cNvSpPr txBox="1"/>
          <p:nvPr/>
        </p:nvSpPr>
        <p:spPr>
          <a:xfrm>
            <a:off x="691236" y="307910"/>
            <a:ext cx="5575167" cy="289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</a:rPr>
              <a:t>BIRTH CHART OF AKSHARA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45F652-64C9-B43F-470B-38ECECD8BD99}"/>
              </a:ext>
            </a:extLst>
          </p:cNvPr>
          <p:cNvSpPr txBox="1"/>
          <p:nvPr/>
        </p:nvSpPr>
        <p:spPr>
          <a:xfrm>
            <a:off x="199020" y="314107"/>
            <a:ext cx="363897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hi-IN" sz="2000" b="1" kern="100" dirty="0">
                <a:solidFill>
                  <a:srgbClr val="EE0000"/>
                </a:solidFill>
                <a:latin typeface="Aptos" panose="020B0004020202020204" pitchFamily="34" charset="0"/>
                <a:ea typeface="Aptos" panose="020B0004020202020204" pitchFamily="34" charset="0"/>
                <a:cs typeface="Arial Unicode MS" panose="020B0604020202020204" pitchFamily="34" charset="-128"/>
              </a:rPr>
              <a:t>ॐ</a:t>
            </a:r>
            <a:endParaRPr lang="en-US" sz="2000" kern="100" dirty="0"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65A8BBEF-433A-D31E-FE2B-2D0A0BA22536}"/>
              </a:ext>
            </a:extLst>
          </p:cNvPr>
          <p:cNvSpPr/>
          <p:nvPr/>
        </p:nvSpPr>
        <p:spPr>
          <a:xfrm>
            <a:off x="54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5FA9DA65-DE30-66D7-2514-B7F582C8EB88}"/>
              </a:ext>
            </a:extLst>
          </p:cNvPr>
          <p:cNvSpPr/>
          <p:nvPr/>
        </p:nvSpPr>
        <p:spPr>
          <a:xfrm>
            <a:off x="54917" y="109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465E8D18-B1E0-0FB4-1FBD-05B1BC42BA51}"/>
              </a:ext>
            </a:extLst>
          </p:cNvPr>
          <p:cNvSpPr/>
          <p:nvPr/>
        </p:nvSpPr>
        <p:spPr>
          <a:xfrm>
            <a:off x="54917" y="134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E8D9072C-E958-EC1A-A844-92C7E40497D0}"/>
              </a:ext>
            </a:extLst>
          </p:cNvPr>
          <p:cNvSpPr/>
          <p:nvPr/>
        </p:nvSpPr>
        <p:spPr>
          <a:xfrm>
            <a:off x="54917" y="160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BA2FE65C-8177-EE84-0DCD-B52662AF1532}"/>
              </a:ext>
            </a:extLst>
          </p:cNvPr>
          <p:cNvSpPr/>
          <p:nvPr/>
        </p:nvSpPr>
        <p:spPr>
          <a:xfrm>
            <a:off x="54917" y="185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0" name="Star: 5 Points 19">
            <a:extLst>
              <a:ext uri="{FF2B5EF4-FFF2-40B4-BE49-F238E27FC236}">
                <a16:creationId xmlns:a16="http://schemas.microsoft.com/office/drawing/2014/main" id="{BA7C0260-D6F8-67F3-93B5-EF013063CF3C}"/>
              </a:ext>
            </a:extLst>
          </p:cNvPr>
          <p:cNvSpPr/>
          <p:nvPr/>
        </p:nvSpPr>
        <p:spPr>
          <a:xfrm>
            <a:off x="54917" y="211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8997569F-E369-D55F-612F-54BC2D79549E}"/>
              </a:ext>
            </a:extLst>
          </p:cNvPr>
          <p:cNvSpPr/>
          <p:nvPr/>
        </p:nvSpPr>
        <p:spPr>
          <a:xfrm>
            <a:off x="54917" y="236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5A6055E3-45EE-224F-DF4C-D19790F9FA35}"/>
              </a:ext>
            </a:extLst>
          </p:cNvPr>
          <p:cNvSpPr/>
          <p:nvPr/>
        </p:nvSpPr>
        <p:spPr>
          <a:xfrm>
            <a:off x="54917" y="261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3" name="Star: 5 Points 22">
            <a:extLst>
              <a:ext uri="{FF2B5EF4-FFF2-40B4-BE49-F238E27FC236}">
                <a16:creationId xmlns:a16="http://schemas.microsoft.com/office/drawing/2014/main" id="{F4AEB46A-3444-2987-144B-2DFFC5AFE9AA}"/>
              </a:ext>
            </a:extLst>
          </p:cNvPr>
          <p:cNvSpPr/>
          <p:nvPr/>
        </p:nvSpPr>
        <p:spPr>
          <a:xfrm>
            <a:off x="54917" y="287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4" name="Star: 5 Points 23">
            <a:extLst>
              <a:ext uri="{FF2B5EF4-FFF2-40B4-BE49-F238E27FC236}">
                <a16:creationId xmlns:a16="http://schemas.microsoft.com/office/drawing/2014/main" id="{62C78CF9-12D6-39C1-67C9-FE3F3D06B2A7}"/>
              </a:ext>
            </a:extLst>
          </p:cNvPr>
          <p:cNvSpPr/>
          <p:nvPr/>
        </p:nvSpPr>
        <p:spPr>
          <a:xfrm>
            <a:off x="54917" y="312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9DB733EB-4F05-E638-0B70-E9DD619DD402}"/>
              </a:ext>
            </a:extLst>
          </p:cNvPr>
          <p:cNvSpPr/>
          <p:nvPr/>
        </p:nvSpPr>
        <p:spPr>
          <a:xfrm>
            <a:off x="54917" y="338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6" name="Star: 5 Points 25">
            <a:extLst>
              <a:ext uri="{FF2B5EF4-FFF2-40B4-BE49-F238E27FC236}">
                <a16:creationId xmlns:a16="http://schemas.microsoft.com/office/drawing/2014/main" id="{3FB0DB03-7EB1-A2F9-4B74-A4F52BB3A4F6}"/>
              </a:ext>
            </a:extLst>
          </p:cNvPr>
          <p:cNvSpPr/>
          <p:nvPr/>
        </p:nvSpPr>
        <p:spPr>
          <a:xfrm>
            <a:off x="54917" y="363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7" name="Star: 5 Points 26">
            <a:extLst>
              <a:ext uri="{FF2B5EF4-FFF2-40B4-BE49-F238E27FC236}">
                <a16:creationId xmlns:a16="http://schemas.microsoft.com/office/drawing/2014/main" id="{93739551-A8E8-89D8-1B6C-C211D7B56703}"/>
              </a:ext>
            </a:extLst>
          </p:cNvPr>
          <p:cNvSpPr/>
          <p:nvPr/>
        </p:nvSpPr>
        <p:spPr>
          <a:xfrm>
            <a:off x="54917" y="388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8" name="Star: 5 Points 27">
            <a:extLst>
              <a:ext uri="{FF2B5EF4-FFF2-40B4-BE49-F238E27FC236}">
                <a16:creationId xmlns:a16="http://schemas.microsoft.com/office/drawing/2014/main" id="{C797DD49-209C-F2EA-309A-6271D483359A}"/>
              </a:ext>
            </a:extLst>
          </p:cNvPr>
          <p:cNvSpPr/>
          <p:nvPr/>
        </p:nvSpPr>
        <p:spPr>
          <a:xfrm>
            <a:off x="54917" y="414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D3C6AEA6-3B67-92B4-720B-251D4DFD0310}"/>
              </a:ext>
            </a:extLst>
          </p:cNvPr>
          <p:cNvSpPr/>
          <p:nvPr/>
        </p:nvSpPr>
        <p:spPr>
          <a:xfrm>
            <a:off x="54917" y="439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0" name="Star: 5 Points 29">
            <a:extLst>
              <a:ext uri="{FF2B5EF4-FFF2-40B4-BE49-F238E27FC236}">
                <a16:creationId xmlns:a16="http://schemas.microsoft.com/office/drawing/2014/main" id="{BBAEBB8B-FBE5-B337-3C8B-2AC3CB437EB2}"/>
              </a:ext>
            </a:extLst>
          </p:cNvPr>
          <p:cNvSpPr/>
          <p:nvPr/>
        </p:nvSpPr>
        <p:spPr>
          <a:xfrm>
            <a:off x="54917" y="465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1" name="Star: 5 Points 30">
            <a:extLst>
              <a:ext uri="{FF2B5EF4-FFF2-40B4-BE49-F238E27FC236}">
                <a16:creationId xmlns:a16="http://schemas.microsoft.com/office/drawing/2014/main" id="{6A19111B-D0C4-122F-7FC2-ACFB507DD731}"/>
              </a:ext>
            </a:extLst>
          </p:cNvPr>
          <p:cNvSpPr/>
          <p:nvPr/>
        </p:nvSpPr>
        <p:spPr>
          <a:xfrm>
            <a:off x="54917" y="490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4F012BC-ED3C-3131-E74C-57DA2A8D3605}"/>
              </a:ext>
            </a:extLst>
          </p:cNvPr>
          <p:cNvSpPr/>
          <p:nvPr/>
        </p:nvSpPr>
        <p:spPr>
          <a:xfrm>
            <a:off x="54917" y="515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1487FDE7-707F-B901-0173-629049B4ADA3}"/>
              </a:ext>
            </a:extLst>
          </p:cNvPr>
          <p:cNvSpPr/>
          <p:nvPr/>
        </p:nvSpPr>
        <p:spPr>
          <a:xfrm>
            <a:off x="54917" y="541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4" name="Star: 5 Points 33">
            <a:extLst>
              <a:ext uri="{FF2B5EF4-FFF2-40B4-BE49-F238E27FC236}">
                <a16:creationId xmlns:a16="http://schemas.microsoft.com/office/drawing/2014/main" id="{A8D409D2-C651-52E5-6944-E43C9BBD0F01}"/>
              </a:ext>
            </a:extLst>
          </p:cNvPr>
          <p:cNvSpPr/>
          <p:nvPr/>
        </p:nvSpPr>
        <p:spPr>
          <a:xfrm>
            <a:off x="54917" y="566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5" name="Star: 5 Points 34">
            <a:extLst>
              <a:ext uri="{FF2B5EF4-FFF2-40B4-BE49-F238E27FC236}">
                <a16:creationId xmlns:a16="http://schemas.microsoft.com/office/drawing/2014/main" id="{A4194FBB-2613-03AC-5F2E-1BBA985F613F}"/>
              </a:ext>
            </a:extLst>
          </p:cNvPr>
          <p:cNvSpPr/>
          <p:nvPr/>
        </p:nvSpPr>
        <p:spPr>
          <a:xfrm>
            <a:off x="54917" y="592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6" name="Star: 5 Points 35">
            <a:extLst>
              <a:ext uri="{FF2B5EF4-FFF2-40B4-BE49-F238E27FC236}">
                <a16:creationId xmlns:a16="http://schemas.microsoft.com/office/drawing/2014/main" id="{D15F4C7C-BCE4-F6EC-1093-E036E30A2CE3}"/>
              </a:ext>
            </a:extLst>
          </p:cNvPr>
          <p:cNvSpPr/>
          <p:nvPr/>
        </p:nvSpPr>
        <p:spPr>
          <a:xfrm>
            <a:off x="54917" y="617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7" name="Star: 5 Points 36">
            <a:extLst>
              <a:ext uri="{FF2B5EF4-FFF2-40B4-BE49-F238E27FC236}">
                <a16:creationId xmlns:a16="http://schemas.microsoft.com/office/drawing/2014/main" id="{38B20161-55D3-AFC0-10A7-7848996148DA}"/>
              </a:ext>
            </a:extLst>
          </p:cNvPr>
          <p:cNvSpPr/>
          <p:nvPr/>
        </p:nvSpPr>
        <p:spPr>
          <a:xfrm>
            <a:off x="54917" y="642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8" name="Star: 5 Points 37">
            <a:extLst>
              <a:ext uri="{FF2B5EF4-FFF2-40B4-BE49-F238E27FC236}">
                <a16:creationId xmlns:a16="http://schemas.microsoft.com/office/drawing/2014/main" id="{75A149A7-54AD-94A5-65F3-8A74165DBA7B}"/>
              </a:ext>
            </a:extLst>
          </p:cNvPr>
          <p:cNvSpPr/>
          <p:nvPr/>
        </p:nvSpPr>
        <p:spPr>
          <a:xfrm>
            <a:off x="54917" y="668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2CBE3C77-124C-621B-F142-6CB294223C83}"/>
              </a:ext>
            </a:extLst>
          </p:cNvPr>
          <p:cNvSpPr/>
          <p:nvPr/>
        </p:nvSpPr>
        <p:spPr>
          <a:xfrm>
            <a:off x="54917" y="693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0" name="Star: 5 Points 39">
            <a:extLst>
              <a:ext uri="{FF2B5EF4-FFF2-40B4-BE49-F238E27FC236}">
                <a16:creationId xmlns:a16="http://schemas.microsoft.com/office/drawing/2014/main" id="{CAE21276-2DB4-22E7-85D5-FFA7E1460A35}"/>
              </a:ext>
            </a:extLst>
          </p:cNvPr>
          <p:cNvSpPr/>
          <p:nvPr/>
        </p:nvSpPr>
        <p:spPr>
          <a:xfrm>
            <a:off x="54917" y="719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1" name="Star: 5 Points 40">
            <a:extLst>
              <a:ext uri="{FF2B5EF4-FFF2-40B4-BE49-F238E27FC236}">
                <a16:creationId xmlns:a16="http://schemas.microsoft.com/office/drawing/2014/main" id="{5C3E1635-7EB3-6FCD-C7DC-890B9B96E97B}"/>
              </a:ext>
            </a:extLst>
          </p:cNvPr>
          <p:cNvSpPr/>
          <p:nvPr/>
        </p:nvSpPr>
        <p:spPr>
          <a:xfrm>
            <a:off x="54917" y="744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2" name="Star: 5 Points 41">
            <a:extLst>
              <a:ext uri="{FF2B5EF4-FFF2-40B4-BE49-F238E27FC236}">
                <a16:creationId xmlns:a16="http://schemas.microsoft.com/office/drawing/2014/main" id="{D9288F63-C0A1-B747-3445-1D6899DBF0F8}"/>
              </a:ext>
            </a:extLst>
          </p:cNvPr>
          <p:cNvSpPr/>
          <p:nvPr/>
        </p:nvSpPr>
        <p:spPr>
          <a:xfrm>
            <a:off x="54917" y="769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3" name="Star: 5 Points 42">
            <a:extLst>
              <a:ext uri="{FF2B5EF4-FFF2-40B4-BE49-F238E27FC236}">
                <a16:creationId xmlns:a16="http://schemas.microsoft.com/office/drawing/2014/main" id="{02FA8F94-33D7-76FF-87CC-D39B8A23F346}"/>
              </a:ext>
            </a:extLst>
          </p:cNvPr>
          <p:cNvSpPr/>
          <p:nvPr/>
        </p:nvSpPr>
        <p:spPr>
          <a:xfrm>
            <a:off x="54917" y="795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4" name="Star: 5 Points 43">
            <a:extLst>
              <a:ext uri="{FF2B5EF4-FFF2-40B4-BE49-F238E27FC236}">
                <a16:creationId xmlns:a16="http://schemas.microsoft.com/office/drawing/2014/main" id="{6F50BCD1-88E0-6F67-5BFE-F00734806173}"/>
              </a:ext>
            </a:extLst>
          </p:cNvPr>
          <p:cNvSpPr/>
          <p:nvPr/>
        </p:nvSpPr>
        <p:spPr>
          <a:xfrm>
            <a:off x="54917" y="820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5" name="Star: 5 Points 44">
            <a:extLst>
              <a:ext uri="{FF2B5EF4-FFF2-40B4-BE49-F238E27FC236}">
                <a16:creationId xmlns:a16="http://schemas.microsoft.com/office/drawing/2014/main" id="{2D585F94-9D4D-BCAD-F64D-C4AC2269CFEA}"/>
              </a:ext>
            </a:extLst>
          </p:cNvPr>
          <p:cNvSpPr/>
          <p:nvPr/>
        </p:nvSpPr>
        <p:spPr>
          <a:xfrm>
            <a:off x="54917" y="846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6" name="Star: 5 Points 45">
            <a:extLst>
              <a:ext uri="{FF2B5EF4-FFF2-40B4-BE49-F238E27FC236}">
                <a16:creationId xmlns:a16="http://schemas.microsoft.com/office/drawing/2014/main" id="{B408D4BD-2E89-D53C-F675-FED0F4C9C8A6}"/>
              </a:ext>
            </a:extLst>
          </p:cNvPr>
          <p:cNvSpPr/>
          <p:nvPr/>
        </p:nvSpPr>
        <p:spPr>
          <a:xfrm>
            <a:off x="54917" y="871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1FE57737-D4C5-E9F8-9461-2FA3258CD8D4}"/>
              </a:ext>
            </a:extLst>
          </p:cNvPr>
          <p:cNvSpPr/>
          <p:nvPr/>
        </p:nvSpPr>
        <p:spPr>
          <a:xfrm>
            <a:off x="308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5" name="Star: 5 Points 54">
            <a:extLst>
              <a:ext uri="{FF2B5EF4-FFF2-40B4-BE49-F238E27FC236}">
                <a16:creationId xmlns:a16="http://schemas.microsoft.com/office/drawing/2014/main" id="{FE970064-3922-E1F8-437B-BBA8FFEF74FA}"/>
              </a:ext>
            </a:extLst>
          </p:cNvPr>
          <p:cNvSpPr/>
          <p:nvPr/>
        </p:nvSpPr>
        <p:spPr>
          <a:xfrm>
            <a:off x="562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6" name="Star: 5 Points 55">
            <a:extLst>
              <a:ext uri="{FF2B5EF4-FFF2-40B4-BE49-F238E27FC236}">
                <a16:creationId xmlns:a16="http://schemas.microsoft.com/office/drawing/2014/main" id="{2581C251-CBBF-1E59-87C5-E9E851392E9F}"/>
              </a:ext>
            </a:extLst>
          </p:cNvPr>
          <p:cNvSpPr/>
          <p:nvPr/>
        </p:nvSpPr>
        <p:spPr>
          <a:xfrm>
            <a:off x="816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7" name="Star: 5 Points 56">
            <a:extLst>
              <a:ext uri="{FF2B5EF4-FFF2-40B4-BE49-F238E27FC236}">
                <a16:creationId xmlns:a16="http://schemas.microsoft.com/office/drawing/2014/main" id="{2CC214EC-3889-BCEA-BF76-B82D6ACF77E3}"/>
              </a:ext>
            </a:extLst>
          </p:cNvPr>
          <p:cNvSpPr/>
          <p:nvPr/>
        </p:nvSpPr>
        <p:spPr>
          <a:xfrm>
            <a:off x="1070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8" name="Star: 5 Points 57">
            <a:extLst>
              <a:ext uri="{FF2B5EF4-FFF2-40B4-BE49-F238E27FC236}">
                <a16:creationId xmlns:a16="http://schemas.microsoft.com/office/drawing/2014/main" id="{D37E7FFC-D8C7-EFEE-9386-F245E99C8031}"/>
              </a:ext>
            </a:extLst>
          </p:cNvPr>
          <p:cNvSpPr/>
          <p:nvPr/>
        </p:nvSpPr>
        <p:spPr>
          <a:xfrm>
            <a:off x="1324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9" name="Star: 5 Points 58">
            <a:extLst>
              <a:ext uri="{FF2B5EF4-FFF2-40B4-BE49-F238E27FC236}">
                <a16:creationId xmlns:a16="http://schemas.microsoft.com/office/drawing/2014/main" id="{9E038E74-D934-F2B2-26DE-C0F7597F74C9}"/>
              </a:ext>
            </a:extLst>
          </p:cNvPr>
          <p:cNvSpPr/>
          <p:nvPr/>
        </p:nvSpPr>
        <p:spPr>
          <a:xfrm>
            <a:off x="1578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0" name="Star: 5 Points 59">
            <a:extLst>
              <a:ext uri="{FF2B5EF4-FFF2-40B4-BE49-F238E27FC236}">
                <a16:creationId xmlns:a16="http://schemas.microsoft.com/office/drawing/2014/main" id="{22292519-3333-E6A6-AA9C-56F549B8AC0E}"/>
              </a:ext>
            </a:extLst>
          </p:cNvPr>
          <p:cNvSpPr/>
          <p:nvPr/>
        </p:nvSpPr>
        <p:spPr>
          <a:xfrm>
            <a:off x="1832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1" name="Star: 5 Points 60">
            <a:extLst>
              <a:ext uri="{FF2B5EF4-FFF2-40B4-BE49-F238E27FC236}">
                <a16:creationId xmlns:a16="http://schemas.microsoft.com/office/drawing/2014/main" id="{877BBF17-55E3-477B-49CE-E07EE1C02971}"/>
              </a:ext>
            </a:extLst>
          </p:cNvPr>
          <p:cNvSpPr/>
          <p:nvPr/>
        </p:nvSpPr>
        <p:spPr>
          <a:xfrm>
            <a:off x="2086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2" name="Star: 5 Points 61">
            <a:extLst>
              <a:ext uri="{FF2B5EF4-FFF2-40B4-BE49-F238E27FC236}">
                <a16:creationId xmlns:a16="http://schemas.microsoft.com/office/drawing/2014/main" id="{2B07D78A-849E-895B-BDC0-89C40C2409CD}"/>
              </a:ext>
            </a:extLst>
          </p:cNvPr>
          <p:cNvSpPr/>
          <p:nvPr/>
        </p:nvSpPr>
        <p:spPr>
          <a:xfrm>
            <a:off x="2340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3" name="Star: 5 Points 62">
            <a:extLst>
              <a:ext uri="{FF2B5EF4-FFF2-40B4-BE49-F238E27FC236}">
                <a16:creationId xmlns:a16="http://schemas.microsoft.com/office/drawing/2014/main" id="{64DB5A2E-3A5A-EF97-89B9-23E8DA1D39DE}"/>
              </a:ext>
            </a:extLst>
          </p:cNvPr>
          <p:cNvSpPr/>
          <p:nvPr/>
        </p:nvSpPr>
        <p:spPr>
          <a:xfrm>
            <a:off x="2594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4" name="Star: 5 Points 63">
            <a:extLst>
              <a:ext uri="{FF2B5EF4-FFF2-40B4-BE49-F238E27FC236}">
                <a16:creationId xmlns:a16="http://schemas.microsoft.com/office/drawing/2014/main" id="{F7742E97-AB5F-2181-1138-9B47DFACB519}"/>
              </a:ext>
            </a:extLst>
          </p:cNvPr>
          <p:cNvSpPr/>
          <p:nvPr/>
        </p:nvSpPr>
        <p:spPr>
          <a:xfrm>
            <a:off x="2848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5" name="Star: 5 Points 64">
            <a:extLst>
              <a:ext uri="{FF2B5EF4-FFF2-40B4-BE49-F238E27FC236}">
                <a16:creationId xmlns:a16="http://schemas.microsoft.com/office/drawing/2014/main" id="{66D2591A-989E-BF0A-7AAF-F23E265E1077}"/>
              </a:ext>
            </a:extLst>
          </p:cNvPr>
          <p:cNvSpPr/>
          <p:nvPr/>
        </p:nvSpPr>
        <p:spPr>
          <a:xfrm>
            <a:off x="3102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6" name="Star: 5 Points 65">
            <a:extLst>
              <a:ext uri="{FF2B5EF4-FFF2-40B4-BE49-F238E27FC236}">
                <a16:creationId xmlns:a16="http://schemas.microsoft.com/office/drawing/2014/main" id="{902E9168-70F4-E2C3-2BF6-5D72E68B6476}"/>
              </a:ext>
            </a:extLst>
          </p:cNvPr>
          <p:cNvSpPr/>
          <p:nvPr/>
        </p:nvSpPr>
        <p:spPr>
          <a:xfrm>
            <a:off x="3356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7" name="Star: 5 Points 66">
            <a:extLst>
              <a:ext uri="{FF2B5EF4-FFF2-40B4-BE49-F238E27FC236}">
                <a16:creationId xmlns:a16="http://schemas.microsoft.com/office/drawing/2014/main" id="{7940339A-05CC-E64F-FD57-2059A5256D9B}"/>
              </a:ext>
            </a:extLst>
          </p:cNvPr>
          <p:cNvSpPr/>
          <p:nvPr/>
        </p:nvSpPr>
        <p:spPr>
          <a:xfrm>
            <a:off x="3610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8" name="Star: 5 Points 67">
            <a:extLst>
              <a:ext uri="{FF2B5EF4-FFF2-40B4-BE49-F238E27FC236}">
                <a16:creationId xmlns:a16="http://schemas.microsoft.com/office/drawing/2014/main" id="{19815DC4-72C5-5714-F914-79D377D07CB7}"/>
              </a:ext>
            </a:extLst>
          </p:cNvPr>
          <p:cNvSpPr/>
          <p:nvPr/>
        </p:nvSpPr>
        <p:spPr>
          <a:xfrm>
            <a:off x="3864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3142944F-4283-82C5-D827-684BA1C866AA}"/>
              </a:ext>
            </a:extLst>
          </p:cNvPr>
          <p:cNvSpPr/>
          <p:nvPr/>
        </p:nvSpPr>
        <p:spPr>
          <a:xfrm>
            <a:off x="4118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0" name="Star: 5 Points 69">
            <a:extLst>
              <a:ext uri="{FF2B5EF4-FFF2-40B4-BE49-F238E27FC236}">
                <a16:creationId xmlns:a16="http://schemas.microsoft.com/office/drawing/2014/main" id="{26C398BA-20B5-11EC-55B7-A137DEA27AC1}"/>
              </a:ext>
            </a:extLst>
          </p:cNvPr>
          <p:cNvSpPr/>
          <p:nvPr/>
        </p:nvSpPr>
        <p:spPr>
          <a:xfrm>
            <a:off x="4372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1" name="Star: 5 Points 70">
            <a:extLst>
              <a:ext uri="{FF2B5EF4-FFF2-40B4-BE49-F238E27FC236}">
                <a16:creationId xmlns:a16="http://schemas.microsoft.com/office/drawing/2014/main" id="{D1B8F73B-B6F4-9E6C-15DB-7F69F5B19B7D}"/>
              </a:ext>
            </a:extLst>
          </p:cNvPr>
          <p:cNvSpPr/>
          <p:nvPr/>
        </p:nvSpPr>
        <p:spPr>
          <a:xfrm>
            <a:off x="4626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83695A42-F117-713A-5181-47B661C5B348}"/>
              </a:ext>
            </a:extLst>
          </p:cNvPr>
          <p:cNvSpPr/>
          <p:nvPr/>
        </p:nvSpPr>
        <p:spPr>
          <a:xfrm>
            <a:off x="4880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F82D53DA-5627-DBD0-5E62-DC497EFF36A4}"/>
              </a:ext>
            </a:extLst>
          </p:cNvPr>
          <p:cNvSpPr/>
          <p:nvPr/>
        </p:nvSpPr>
        <p:spPr>
          <a:xfrm>
            <a:off x="5134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E17D6742-E522-5090-D862-03F91CEF41E4}"/>
              </a:ext>
            </a:extLst>
          </p:cNvPr>
          <p:cNvSpPr/>
          <p:nvPr/>
        </p:nvSpPr>
        <p:spPr>
          <a:xfrm>
            <a:off x="5388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B34F6755-D9D6-2B93-FB90-CE0EE71C8EE9}"/>
              </a:ext>
            </a:extLst>
          </p:cNvPr>
          <p:cNvSpPr/>
          <p:nvPr/>
        </p:nvSpPr>
        <p:spPr>
          <a:xfrm>
            <a:off x="5642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66395398-F806-3F92-6F06-506175E7E2D6}"/>
              </a:ext>
            </a:extLst>
          </p:cNvPr>
          <p:cNvSpPr/>
          <p:nvPr/>
        </p:nvSpPr>
        <p:spPr>
          <a:xfrm>
            <a:off x="5896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A4462E2A-BF69-0C98-065E-C1F7B24DB1E0}"/>
              </a:ext>
            </a:extLst>
          </p:cNvPr>
          <p:cNvSpPr/>
          <p:nvPr/>
        </p:nvSpPr>
        <p:spPr>
          <a:xfrm>
            <a:off x="6150917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2F49F762-6844-169F-F2A5-1C0DE3984CE9}"/>
              </a:ext>
            </a:extLst>
          </p:cNvPr>
          <p:cNvSpPr/>
          <p:nvPr/>
        </p:nvSpPr>
        <p:spPr>
          <a:xfrm>
            <a:off x="6443662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FDA1C776-D391-F6E3-B053-D0B3A770A516}"/>
              </a:ext>
            </a:extLst>
          </p:cNvPr>
          <p:cNvSpPr/>
          <p:nvPr/>
        </p:nvSpPr>
        <p:spPr>
          <a:xfrm>
            <a:off x="6723492" y="113707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8" name="Star: 5 Points 47">
            <a:extLst>
              <a:ext uri="{FF2B5EF4-FFF2-40B4-BE49-F238E27FC236}">
                <a16:creationId xmlns:a16="http://schemas.microsoft.com/office/drawing/2014/main" id="{FCD5CD21-291A-9BD7-89E7-FF9CE87D7839}"/>
              </a:ext>
            </a:extLst>
          </p:cNvPr>
          <p:cNvSpPr/>
          <p:nvPr/>
        </p:nvSpPr>
        <p:spPr>
          <a:xfrm>
            <a:off x="6727808" y="109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1D967A8E-1433-972F-F3E4-43274C059E07}"/>
              </a:ext>
            </a:extLst>
          </p:cNvPr>
          <p:cNvSpPr/>
          <p:nvPr/>
        </p:nvSpPr>
        <p:spPr>
          <a:xfrm>
            <a:off x="6727808" y="134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0" name="Star: 5 Points 49">
            <a:extLst>
              <a:ext uri="{FF2B5EF4-FFF2-40B4-BE49-F238E27FC236}">
                <a16:creationId xmlns:a16="http://schemas.microsoft.com/office/drawing/2014/main" id="{F4F4F497-B91A-7E9E-780D-AA5EC5DA2F31}"/>
              </a:ext>
            </a:extLst>
          </p:cNvPr>
          <p:cNvSpPr/>
          <p:nvPr/>
        </p:nvSpPr>
        <p:spPr>
          <a:xfrm>
            <a:off x="6727808" y="160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1" name="Star: 5 Points 50">
            <a:extLst>
              <a:ext uri="{FF2B5EF4-FFF2-40B4-BE49-F238E27FC236}">
                <a16:creationId xmlns:a16="http://schemas.microsoft.com/office/drawing/2014/main" id="{B9A5FCA5-8E1A-42E7-5938-D1C15B69A30D}"/>
              </a:ext>
            </a:extLst>
          </p:cNvPr>
          <p:cNvSpPr/>
          <p:nvPr/>
        </p:nvSpPr>
        <p:spPr>
          <a:xfrm>
            <a:off x="6727808" y="185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2" name="Star: 5 Points 51">
            <a:extLst>
              <a:ext uri="{FF2B5EF4-FFF2-40B4-BE49-F238E27FC236}">
                <a16:creationId xmlns:a16="http://schemas.microsoft.com/office/drawing/2014/main" id="{7D148385-0FF4-051A-731B-8FF7E0023241}"/>
              </a:ext>
            </a:extLst>
          </p:cNvPr>
          <p:cNvSpPr/>
          <p:nvPr/>
        </p:nvSpPr>
        <p:spPr>
          <a:xfrm>
            <a:off x="6727808" y="211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53" name="Star: 5 Points 52">
            <a:extLst>
              <a:ext uri="{FF2B5EF4-FFF2-40B4-BE49-F238E27FC236}">
                <a16:creationId xmlns:a16="http://schemas.microsoft.com/office/drawing/2014/main" id="{64CA71CE-3FE4-D87B-4D19-CC455FF46348}"/>
              </a:ext>
            </a:extLst>
          </p:cNvPr>
          <p:cNvSpPr/>
          <p:nvPr/>
        </p:nvSpPr>
        <p:spPr>
          <a:xfrm>
            <a:off x="6727808" y="236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2" name="Star: 5 Points 71">
            <a:extLst>
              <a:ext uri="{FF2B5EF4-FFF2-40B4-BE49-F238E27FC236}">
                <a16:creationId xmlns:a16="http://schemas.microsoft.com/office/drawing/2014/main" id="{31315D31-FF6F-EA5C-CCBF-210A710A4A47}"/>
              </a:ext>
            </a:extLst>
          </p:cNvPr>
          <p:cNvSpPr/>
          <p:nvPr/>
        </p:nvSpPr>
        <p:spPr>
          <a:xfrm>
            <a:off x="6727808" y="261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3" name="Star: 5 Points 72">
            <a:extLst>
              <a:ext uri="{FF2B5EF4-FFF2-40B4-BE49-F238E27FC236}">
                <a16:creationId xmlns:a16="http://schemas.microsoft.com/office/drawing/2014/main" id="{9397AFBE-5269-C9E2-F167-558264A45C1C}"/>
              </a:ext>
            </a:extLst>
          </p:cNvPr>
          <p:cNvSpPr/>
          <p:nvPr/>
        </p:nvSpPr>
        <p:spPr>
          <a:xfrm>
            <a:off x="6727808" y="287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4" name="Star: 5 Points 73">
            <a:extLst>
              <a:ext uri="{FF2B5EF4-FFF2-40B4-BE49-F238E27FC236}">
                <a16:creationId xmlns:a16="http://schemas.microsoft.com/office/drawing/2014/main" id="{F81CA6D6-A3BE-6506-F340-0107AFE5DC31}"/>
              </a:ext>
            </a:extLst>
          </p:cNvPr>
          <p:cNvSpPr/>
          <p:nvPr/>
        </p:nvSpPr>
        <p:spPr>
          <a:xfrm>
            <a:off x="6727808" y="312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5" name="Star: 5 Points 74">
            <a:extLst>
              <a:ext uri="{FF2B5EF4-FFF2-40B4-BE49-F238E27FC236}">
                <a16:creationId xmlns:a16="http://schemas.microsoft.com/office/drawing/2014/main" id="{5758075C-73FB-1A8A-3857-4F2402EF5F88}"/>
              </a:ext>
            </a:extLst>
          </p:cNvPr>
          <p:cNvSpPr/>
          <p:nvPr/>
        </p:nvSpPr>
        <p:spPr>
          <a:xfrm>
            <a:off x="6727808" y="338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6" name="Star: 5 Points 75">
            <a:extLst>
              <a:ext uri="{FF2B5EF4-FFF2-40B4-BE49-F238E27FC236}">
                <a16:creationId xmlns:a16="http://schemas.microsoft.com/office/drawing/2014/main" id="{C64A8AE4-6AD4-10FB-11BA-89A1C4F17916}"/>
              </a:ext>
            </a:extLst>
          </p:cNvPr>
          <p:cNvSpPr/>
          <p:nvPr/>
        </p:nvSpPr>
        <p:spPr>
          <a:xfrm>
            <a:off x="6727808" y="363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7" name="Star: 5 Points 76">
            <a:extLst>
              <a:ext uri="{FF2B5EF4-FFF2-40B4-BE49-F238E27FC236}">
                <a16:creationId xmlns:a16="http://schemas.microsoft.com/office/drawing/2014/main" id="{2D9B326A-1D61-DA43-9BDD-C67FB0F639FA}"/>
              </a:ext>
            </a:extLst>
          </p:cNvPr>
          <p:cNvSpPr/>
          <p:nvPr/>
        </p:nvSpPr>
        <p:spPr>
          <a:xfrm>
            <a:off x="6727808" y="388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8" name="Star: 5 Points 77">
            <a:extLst>
              <a:ext uri="{FF2B5EF4-FFF2-40B4-BE49-F238E27FC236}">
                <a16:creationId xmlns:a16="http://schemas.microsoft.com/office/drawing/2014/main" id="{E6FB2FF0-AF0B-5EEC-68F8-12C9DA6FF419}"/>
              </a:ext>
            </a:extLst>
          </p:cNvPr>
          <p:cNvSpPr/>
          <p:nvPr/>
        </p:nvSpPr>
        <p:spPr>
          <a:xfrm>
            <a:off x="6727808" y="414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79" name="Star: 5 Points 78">
            <a:extLst>
              <a:ext uri="{FF2B5EF4-FFF2-40B4-BE49-F238E27FC236}">
                <a16:creationId xmlns:a16="http://schemas.microsoft.com/office/drawing/2014/main" id="{287673E0-7B23-7B45-615B-D8BF460D7E63}"/>
              </a:ext>
            </a:extLst>
          </p:cNvPr>
          <p:cNvSpPr/>
          <p:nvPr/>
        </p:nvSpPr>
        <p:spPr>
          <a:xfrm>
            <a:off x="6727808" y="439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0" name="Star: 5 Points 79">
            <a:extLst>
              <a:ext uri="{FF2B5EF4-FFF2-40B4-BE49-F238E27FC236}">
                <a16:creationId xmlns:a16="http://schemas.microsoft.com/office/drawing/2014/main" id="{C0F7B4FB-55FE-6012-566F-08C6F2E159F7}"/>
              </a:ext>
            </a:extLst>
          </p:cNvPr>
          <p:cNvSpPr/>
          <p:nvPr/>
        </p:nvSpPr>
        <p:spPr>
          <a:xfrm>
            <a:off x="6727808" y="465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1" name="Star: 5 Points 80">
            <a:extLst>
              <a:ext uri="{FF2B5EF4-FFF2-40B4-BE49-F238E27FC236}">
                <a16:creationId xmlns:a16="http://schemas.microsoft.com/office/drawing/2014/main" id="{87A2EE0E-9D0F-BD86-22CA-CD99753074F3}"/>
              </a:ext>
            </a:extLst>
          </p:cNvPr>
          <p:cNvSpPr/>
          <p:nvPr/>
        </p:nvSpPr>
        <p:spPr>
          <a:xfrm>
            <a:off x="6727808" y="490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2" name="Star: 5 Points 81">
            <a:extLst>
              <a:ext uri="{FF2B5EF4-FFF2-40B4-BE49-F238E27FC236}">
                <a16:creationId xmlns:a16="http://schemas.microsoft.com/office/drawing/2014/main" id="{0D1C5D2A-7F05-764D-FA36-2A0E5C71D608}"/>
              </a:ext>
            </a:extLst>
          </p:cNvPr>
          <p:cNvSpPr/>
          <p:nvPr/>
        </p:nvSpPr>
        <p:spPr>
          <a:xfrm>
            <a:off x="6727808" y="515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3" name="Star: 5 Points 82">
            <a:extLst>
              <a:ext uri="{FF2B5EF4-FFF2-40B4-BE49-F238E27FC236}">
                <a16:creationId xmlns:a16="http://schemas.microsoft.com/office/drawing/2014/main" id="{8A9B412C-09BC-CB14-6B37-00BD340DC877}"/>
              </a:ext>
            </a:extLst>
          </p:cNvPr>
          <p:cNvSpPr/>
          <p:nvPr/>
        </p:nvSpPr>
        <p:spPr>
          <a:xfrm>
            <a:off x="6727808" y="541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4" name="Star: 5 Points 83">
            <a:extLst>
              <a:ext uri="{FF2B5EF4-FFF2-40B4-BE49-F238E27FC236}">
                <a16:creationId xmlns:a16="http://schemas.microsoft.com/office/drawing/2014/main" id="{3D566A4C-7A81-64D5-E77C-94E20AC75730}"/>
              </a:ext>
            </a:extLst>
          </p:cNvPr>
          <p:cNvSpPr/>
          <p:nvPr/>
        </p:nvSpPr>
        <p:spPr>
          <a:xfrm>
            <a:off x="6727808" y="566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5" name="Star: 5 Points 84">
            <a:extLst>
              <a:ext uri="{FF2B5EF4-FFF2-40B4-BE49-F238E27FC236}">
                <a16:creationId xmlns:a16="http://schemas.microsoft.com/office/drawing/2014/main" id="{E5E2C5A9-CC3F-2ECD-DF49-870AFC75972B}"/>
              </a:ext>
            </a:extLst>
          </p:cNvPr>
          <p:cNvSpPr/>
          <p:nvPr/>
        </p:nvSpPr>
        <p:spPr>
          <a:xfrm>
            <a:off x="6727808" y="592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6" name="Star: 5 Points 85">
            <a:extLst>
              <a:ext uri="{FF2B5EF4-FFF2-40B4-BE49-F238E27FC236}">
                <a16:creationId xmlns:a16="http://schemas.microsoft.com/office/drawing/2014/main" id="{6B3770D2-80D6-21FB-B503-DAE6FEE2F8C4}"/>
              </a:ext>
            </a:extLst>
          </p:cNvPr>
          <p:cNvSpPr/>
          <p:nvPr/>
        </p:nvSpPr>
        <p:spPr>
          <a:xfrm>
            <a:off x="6727808" y="617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7" name="Star: 5 Points 86">
            <a:extLst>
              <a:ext uri="{FF2B5EF4-FFF2-40B4-BE49-F238E27FC236}">
                <a16:creationId xmlns:a16="http://schemas.microsoft.com/office/drawing/2014/main" id="{60DF31E9-9AF1-6CE6-4394-43AB76A0D0A7}"/>
              </a:ext>
            </a:extLst>
          </p:cNvPr>
          <p:cNvSpPr/>
          <p:nvPr/>
        </p:nvSpPr>
        <p:spPr>
          <a:xfrm>
            <a:off x="6727808" y="642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8" name="Star: 5 Points 87">
            <a:extLst>
              <a:ext uri="{FF2B5EF4-FFF2-40B4-BE49-F238E27FC236}">
                <a16:creationId xmlns:a16="http://schemas.microsoft.com/office/drawing/2014/main" id="{551DF1FE-399D-94A5-2B90-582845AB0EB2}"/>
              </a:ext>
            </a:extLst>
          </p:cNvPr>
          <p:cNvSpPr/>
          <p:nvPr/>
        </p:nvSpPr>
        <p:spPr>
          <a:xfrm>
            <a:off x="6727808" y="668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89" name="Star: 5 Points 88">
            <a:extLst>
              <a:ext uri="{FF2B5EF4-FFF2-40B4-BE49-F238E27FC236}">
                <a16:creationId xmlns:a16="http://schemas.microsoft.com/office/drawing/2014/main" id="{E4BEA3C0-5D13-DA7E-AD78-80B069690396}"/>
              </a:ext>
            </a:extLst>
          </p:cNvPr>
          <p:cNvSpPr/>
          <p:nvPr/>
        </p:nvSpPr>
        <p:spPr>
          <a:xfrm>
            <a:off x="6727808" y="693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90" name="Star: 5 Points 89">
            <a:extLst>
              <a:ext uri="{FF2B5EF4-FFF2-40B4-BE49-F238E27FC236}">
                <a16:creationId xmlns:a16="http://schemas.microsoft.com/office/drawing/2014/main" id="{69543A46-8CE3-6C26-8685-5742D8228233}"/>
              </a:ext>
            </a:extLst>
          </p:cNvPr>
          <p:cNvSpPr/>
          <p:nvPr/>
        </p:nvSpPr>
        <p:spPr>
          <a:xfrm>
            <a:off x="6727808" y="719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91" name="Star: 5 Points 90">
            <a:extLst>
              <a:ext uri="{FF2B5EF4-FFF2-40B4-BE49-F238E27FC236}">
                <a16:creationId xmlns:a16="http://schemas.microsoft.com/office/drawing/2014/main" id="{F3BBFAC0-F2EA-78CC-6DB4-56BA6CF9B938}"/>
              </a:ext>
            </a:extLst>
          </p:cNvPr>
          <p:cNvSpPr/>
          <p:nvPr/>
        </p:nvSpPr>
        <p:spPr>
          <a:xfrm>
            <a:off x="6727808" y="744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92" name="Star: 5 Points 91">
            <a:extLst>
              <a:ext uri="{FF2B5EF4-FFF2-40B4-BE49-F238E27FC236}">
                <a16:creationId xmlns:a16="http://schemas.microsoft.com/office/drawing/2014/main" id="{145BD197-5A68-ACA5-72B9-2BC102B6A1E5}"/>
              </a:ext>
            </a:extLst>
          </p:cNvPr>
          <p:cNvSpPr/>
          <p:nvPr/>
        </p:nvSpPr>
        <p:spPr>
          <a:xfrm>
            <a:off x="6727808" y="769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93" name="Star: 5 Points 92">
            <a:extLst>
              <a:ext uri="{FF2B5EF4-FFF2-40B4-BE49-F238E27FC236}">
                <a16:creationId xmlns:a16="http://schemas.microsoft.com/office/drawing/2014/main" id="{FFB70134-1665-5E9A-136B-6401670A64CF}"/>
              </a:ext>
            </a:extLst>
          </p:cNvPr>
          <p:cNvSpPr/>
          <p:nvPr/>
        </p:nvSpPr>
        <p:spPr>
          <a:xfrm>
            <a:off x="6727808" y="795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94" name="Star: 5 Points 93">
            <a:extLst>
              <a:ext uri="{FF2B5EF4-FFF2-40B4-BE49-F238E27FC236}">
                <a16:creationId xmlns:a16="http://schemas.microsoft.com/office/drawing/2014/main" id="{2AF35F68-7BA6-61EB-F5E3-1EE1345C61A1}"/>
              </a:ext>
            </a:extLst>
          </p:cNvPr>
          <p:cNvSpPr/>
          <p:nvPr/>
        </p:nvSpPr>
        <p:spPr>
          <a:xfrm>
            <a:off x="6727808" y="820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95" name="Star: 5 Points 94">
            <a:extLst>
              <a:ext uri="{FF2B5EF4-FFF2-40B4-BE49-F238E27FC236}">
                <a16:creationId xmlns:a16="http://schemas.microsoft.com/office/drawing/2014/main" id="{0D4690D3-0A94-D37F-6937-CA34C52CBC7D}"/>
              </a:ext>
            </a:extLst>
          </p:cNvPr>
          <p:cNvSpPr/>
          <p:nvPr/>
        </p:nvSpPr>
        <p:spPr>
          <a:xfrm>
            <a:off x="6727808" y="8460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96" name="Star: 5 Points 95">
            <a:extLst>
              <a:ext uri="{FF2B5EF4-FFF2-40B4-BE49-F238E27FC236}">
                <a16:creationId xmlns:a16="http://schemas.microsoft.com/office/drawing/2014/main" id="{886E0252-F2F5-DB64-5034-31419A98EB06}"/>
              </a:ext>
            </a:extLst>
          </p:cNvPr>
          <p:cNvSpPr/>
          <p:nvPr/>
        </p:nvSpPr>
        <p:spPr>
          <a:xfrm>
            <a:off x="6727808" y="8714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1998E830-24C3-1F3D-EA42-9CDFA9A0F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643712"/>
              </p:ext>
            </p:extLst>
          </p:nvPr>
        </p:nvGraphicFramePr>
        <p:xfrm>
          <a:off x="226893" y="853929"/>
          <a:ext cx="3461996" cy="44345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4792">
                  <a:extLst>
                    <a:ext uri="{9D8B030D-6E8A-4147-A177-3AD203B41FA5}">
                      <a16:colId xmlns:a16="http://schemas.microsoft.com/office/drawing/2014/main" val="2505450235"/>
                    </a:ext>
                  </a:extLst>
                </a:gridCol>
                <a:gridCol w="2307204">
                  <a:extLst>
                    <a:ext uri="{9D8B030D-6E8A-4147-A177-3AD203B41FA5}">
                      <a16:colId xmlns:a16="http://schemas.microsoft.com/office/drawing/2014/main" val="92138110"/>
                    </a:ext>
                  </a:extLst>
                </a:gridCol>
              </a:tblGrid>
              <a:tr h="295782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2025-11-18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2900158489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t>Time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08:23:00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464052992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t>Place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Munich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440690510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t>Weekday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Tuesday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4225544650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t>Munich Lat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48.1371079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2954458232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t>Munich Lon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11.5753822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843407930"/>
                  </a:ext>
                </a:extLst>
              </a:tr>
              <a:tr h="293645">
                <a:tc>
                  <a:txBody>
                    <a:bodyPr/>
                    <a:lstStyle/>
                    <a:p>
                      <a:r>
                        <a:t>Telugu_Year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Viśvāvasu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2142294615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t>Tithi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Krishna Chaturdashi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2567456024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t>Tithi_End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2025-11-19 04:23:00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4187445481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t>Nakshatra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Swati (Pada 2)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403531884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t>Nak_End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2025-11-18 07:37:00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582149795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t>Karana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Vishti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4021305279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t>Karana End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18-Nov-2025 04:08 PM IST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487974428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t>Yoga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Saubhagya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092624856"/>
                  </a:ext>
                </a:extLst>
              </a:tr>
              <a:tr h="295782">
                <a:tc>
                  <a:txBody>
                    <a:bodyPr/>
                    <a:lstStyle/>
                    <a:p>
                      <a:r>
                        <a:t>Yoga End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19-Nov-2025 03:40 AM IST (continues to next day)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246014307"/>
                  </a:ext>
                </a:extLst>
              </a:tr>
            </a:tbl>
          </a:graphicData>
        </a:graphic>
      </p:graphicFrame>
      <p:graphicFrame>
        <p:nvGraphicFramePr>
          <p:cNvPr id="125" name="Table 124">
            <a:extLst>
              <a:ext uri="{FF2B5EF4-FFF2-40B4-BE49-F238E27FC236}">
                <a16:creationId xmlns:a16="http://schemas.microsoft.com/office/drawing/2014/main" id="{26CDD1B3-9534-6BA3-8A96-B7AE0E439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111926"/>
              </p:ext>
            </p:extLst>
          </p:nvPr>
        </p:nvGraphicFramePr>
        <p:xfrm>
          <a:off x="605134" y="5488735"/>
          <a:ext cx="5456883" cy="371227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07058">
                  <a:extLst>
                    <a:ext uri="{9D8B030D-6E8A-4147-A177-3AD203B41FA5}">
                      <a16:colId xmlns:a16="http://schemas.microsoft.com/office/drawing/2014/main" val="2626164050"/>
                    </a:ext>
                  </a:extLst>
                </a:gridCol>
                <a:gridCol w="1465314">
                  <a:extLst>
                    <a:ext uri="{9D8B030D-6E8A-4147-A177-3AD203B41FA5}">
                      <a16:colId xmlns:a16="http://schemas.microsoft.com/office/drawing/2014/main" val="1699154455"/>
                    </a:ext>
                  </a:extLst>
                </a:gridCol>
                <a:gridCol w="1620290">
                  <a:extLst>
                    <a:ext uri="{9D8B030D-6E8A-4147-A177-3AD203B41FA5}">
                      <a16:colId xmlns:a16="http://schemas.microsoft.com/office/drawing/2014/main" val="388901389"/>
                    </a:ext>
                  </a:extLst>
                </a:gridCol>
                <a:gridCol w="1364221">
                  <a:extLst>
                    <a:ext uri="{9D8B030D-6E8A-4147-A177-3AD203B41FA5}">
                      <a16:colId xmlns:a16="http://schemas.microsoft.com/office/drawing/2014/main" val="457277788"/>
                    </a:ext>
                  </a:extLst>
                </a:gridCol>
              </a:tblGrid>
              <a:tr h="407879">
                <a:tc>
                  <a:txBody>
                    <a:bodyPr/>
                    <a:lstStyle/>
                    <a:p>
                      <a:r>
                        <a:t>Planet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Longitude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Abs.Longitude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Zodiac_Sign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774855301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t>Ascendant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11°47'07.47"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221.7854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Sc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618525163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t>Sun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1°59'07.60"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211.9854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Sc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2826983215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t>Moon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10°33'17.86"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190.5550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Li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1098365281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t>Mercury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6°52'05.19"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216.8681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Sc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3731306318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t>Venus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20°01'46.21"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200.0295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Li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729393040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t>Mars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15°44'04.18"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225.7345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Sc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890151252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t>Jupiter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0°51'35.37"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90.8598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Cn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2258258662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t>Saturn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1°01'29.03"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331.0247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Pi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956008354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t>Rahu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20°15'51.31"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320.2643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Aq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2025161366"/>
                  </a:ext>
                </a:extLst>
              </a:tr>
              <a:tr h="330440">
                <a:tc>
                  <a:txBody>
                    <a:bodyPr/>
                    <a:lstStyle/>
                    <a:p>
                      <a:r>
                        <a:t>Ketu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20°15'51.31"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r>
                        <a:t>140.2643</a:t>
                      </a:r>
                    </a:p>
                  </a:txBody>
                  <a:tcPr marL="15240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Le</a:t>
                      </a:r>
                    </a:p>
                  </a:txBody>
                  <a:tcPr marL="152400" marR="0" marT="0" marB="0" anchor="ctr"/>
                </a:tc>
                <a:extLst>
                  <a:ext uri="{0D108BD9-81ED-4DB2-BD59-A6C34878D82A}">
                    <a16:rowId xmlns:a16="http://schemas.microsoft.com/office/drawing/2014/main" val="3633537861"/>
                  </a:ext>
                </a:extLst>
              </a:tr>
            </a:tbl>
          </a:graphicData>
        </a:graphic>
      </p:graphicFrame>
      <p:sp>
        <p:nvSpPr>
          <p:cNvPr id="7" name="Star: 5 Points 6">
            <a:extLst>
              <a:ext uri="{FF2B5EF4-FFF2-40B4-BE49-F238E27FC236}">
                <a16:creationId xmlns:a16="http://schemas.microsoft.com/office/drawing/2014/main" id="{BEB3625E-73CB-AEEF-4888-F93178DE16C1}"/>
              </a:ext>
            </a:extLst>
          </p:cNvPr>
          <p:cNvSpPr/>
          <p:nvPr/>
        </p:nvSpPr>
        <p:spPr>
          <a:xfrm>
            <a:off x="54917" y="34034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2D5E0118-321D-C126-F001-BEFFA34E087E}"/>
              </a:ext>
            </a:extLst>
          </p:cNvPr>
          <p:cNvSpPr/>
          <p:nvPr/>
        </p:nvSpPr>
        <p:spPr>
          <a:xfrm>
            <a:off x="54917" y="59434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24" name="Star: 5 Points 123">
            <a:extLst>
              <a:ext uri="{FF2B5EF4-FFF2-40B4-BE49-F238E27FC236}">
                <a16:creationId xmlns:a16="http://schemas.microsoft.com/office/drawing/2014/main" id="{5057A304-76DB-D67C-0CEE-0A093BA6BB86}"/>
              </a:ext>
            </a:extLst>
          </p:cNvPr>
          <p:cNvSpPr/>
          <p:nvPr/>
        </p:nvSpPr>
        <p:spPr>
          <a:xfrm>
            <a:off x="54917" y="84834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26" name="Star: 5 Points 125">
            <a:extLst>
              <a:ext uri="{FF2B5EF4-FFF2-40B4-BE49-F238E27FC236}">
                <a16:creationId xmlns:a16="http://schemas.microsoft.com/office/drawing/2014/main" id="{8135851C-AFE5-3E6E-EFB4-2B13B7D653C1}"/>
              </a:ext>
            </a:extLst>
          </p:cNvPr>
          <p:cNvSpPr/>
          <p:nvPr/>
        </p:nvSpPr>
        <p:spPr>
          <a:xfrm>
            <a:off x="6723492" y="3706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27" name="Star: 5 Points 126">
            <a:extLst>
              <a:ext uri="{FF2B5EF4-FFF2-40B4-BE49-F238E27FC236}">
                <a16:creationId xmlns:a16="http://schemas.microsoft.com/office/drawing/2014/main" id="{65F56587-FAF4-7587-2DDA-8C7C0155FF9F}"/>
              </a:ext>
            </a:extLst>
          </p:cNvPr>
          <p:cNvSpPr/>
          <p:nvPr/>
        </p:nvSpPr>
        <p:spPr>
          <a:xfrm>
            <a:off x="6723492" y="6246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14648896-CCF4-B3CF-9721-C2760EB39FBD}"/>
              </a:ext>
            </a:extLst>
          </p:cNvPr>
          <p:cNvSpPr/>
          <p:nvPr/>
        </p:nvSpPr>
        <p:spPr>
          <a:xfrm>
            <a:off x="6723492" y="8786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29" name="Star: 5 Points 128">
            <a:extLst>
              <a:ext uri="{FF2B5EF4-FFF2-40B4-BE49-F238E27FC236}">
                <a16:creationId xmlns:a16="http://schemas.microsoft.com/office/drawing/2014/main" id="{E29912B3-86A0-2E63-CC15-8C61140201D4}"/>
              </a:ext>
            </a:extLst>
          </p:cNvPr>
          <p:cNvSpPr/>
          <p:nvPr/>
        </p:nvSpPr>
        <p:spPr>
          <a:xfrm>
            <a:off x="54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0" name="Star: 5 Points 129">
            <a:extLst>
              <a:ext uri="{FF2B5EF4-FFF2-40B4-BE49-F238E27FC236}">
                <a16:creationId xmlns:a16="http://schemas.microsoft.com/office/drawing/2014/main" id="{A32D8E23-95D6-65CA-A9BC-843EC74B2EF6}"/>
              </a:ext>
            </a:extLst>
          </p:cNvPr>
          <p:cNvSpPr/>
          <p:nvPr/>
        </p:nvSpPr>
        <p:spPr>
          <a:xfrm>
            <a:off x="308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1" name="Star: 5 Points 130">
            <a:extLst>
              <a:ext uri="{FF2B5EF4-FFF2-40B4-BE49-F238E27FC236}">
                <a16:creationId xmlns:a16="http://schemas.microsoft.com/office/drawing/2014/main" id="{22003ABE-5068-3FA3-B6B4-81F7BD8D7EEE}"/>
              </a:ext>
            </a:extLst>
          </p:cNvPr>
          <p:cNvSpPr/>
          <p:nvPr/>
        </p:nvSpPr>
        <p:spPr>
          <a:xfrm>
            <a:off x="562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2" name="Star: 5 Points 131">
            <a:extLst>
              <a:ext uri="{FF2B5EF4-FFF2-40B4-BE49-F238E27FC236}">
                <a16:creationId xmlns:a16="http://schemas.microsoft.com/office/drawing/2014/main" id="{D581F1AC-6B8E-F332-7493-05F90CB4BFE8}"/>
              </a:ext>
            </a:extLst>
          </p:cNvPr>
          <p:cNvSpPr/>
          <p:nvPr/>
        </p:nvSpPr>
        <p:spPr>
          <a:xfrm>
            <a:off x="816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3" name="Star: 5 Points 132">
            <a:extLst>
              <a:ext uri="{FF2B5EF4-FFF2-40B4-BE49-F238E27FC236}">
                <a16:creationId xmlns:a16="http://schemas.microsoft.com/office/drawing/2014/main" id="{8DEC0E2A-0B3E-C1FA-6F5B-879235C5C758}"/>
              </a:ext>
            </a:extLst>
          </p:cNvPr>
          <p:cNvSpPr/>
          <p:nvPr/>
        </p:nvSpPr>
        <p:spPr>
          <a:xfrm>
            <a:off x="1070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4" name="Star: 5 Points 133">
            <a:extLst>
              <a:ext uri="{FF2B5EF4-FFF2-40B4-BE49-F238E27FC236}">
                <a16:creationId xmlns:a16="http://schemas.microsoft.com/office/drawing/2014/main" id="{09409D00-1F8B-3F16-0407-84EE6E73CDDC}"/>
              </a:ext>
            </a:extLst>
          </p:cNvPr>
          <p:cNvSpPr/>
          <p:nvPr/>
        </p:nvSpPr>
        <p:spPr>
          <a:xfrm>
            <a:off x="1324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5" name="Star: 5 Points 134">
            <a:extLst>
              <a:ext uri="{FF2B5EF4-FFF2-40B4-BE49-F238E27FC236}">
                <a16:creationId xmlns:a16="http://schemas.microsoft.com/office/drawing/2014/main" id="{95C07E53-D1F9-D577-571C-EB07B2721132}"/>
              </a:ext>
            </a:extLst>
          </p:cNvPr>
          <p:cNvSpPr/>
          <p:nvPr/>
        </p:nvSpPr>
        <p:spPr>
          <a:xfrm>
            <a:off x="1578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6" name="Star: 5 Points 135">
            <a:extLst>
              <a:ext uri="{FF2B5EF4-FFF2-40B4-BE49-F238E27FC236}">
                <a16:creationId xmlns:a16="http://schemas.microsoft.com/office/drawing/2014/main" id="{251F8522-C728-8280-DF2B-FEC0062E23D7}"/>
              </a:ext>
            </a:extLst>
          </p:cNvPr>
          <p:cNvSpPr/>
          <p:nvPr/>
        </p:nvSpPr>
        <p:spPr>
          <a:xfrm>
            <a:off x="1832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7" name="Star: 5 Points 136">
            <a:extLst>
              <a:ext uri="{FF2B5EF4-FFF2-40B4-BE49-F238E27FC236}">
                <a16:creationId xmlns:a16="http://schemas.microsoft.com/office/drawing/2014/main" id="{6C57C6C3-7BD1-0B97-9033-8B6E26D6F068}"/>
              </a:ext>
            </a:extLst>
          </p:cNvPr>
          <p:cNvSpPr/>
          <p:nvPr/>
        </p:nvSpPr>
        <p:spPr>
          <a:xfrm>
            <a:off x="2086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8" name="Star: 5 Points 137">
            <a:extLst>
              <a:ext uri="{FF2B5EF4-FFF2-40B4-BE49-F238E27FC236}">
                <a16:creationId xmlns:a16="http://schemas.microsoft.com/office/drawing/2014/main" id="{2B9513DF-4CA7-ECAF-E7B3-752DACA81A83}"/>
              </a:ext>
            </a:extLst>
          </p:cNvPr>
          <p:cNvSpPr/>
          <p:nvPr/>
        </p:nvSpPr>
        <p:spPr>
          <a:xfrm>
            <a:off x="2340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CD722966-B759-A4FF-619E-97C0F73BA655}"/>
              </a:ext>
            </a:extLst>
          </p:cNvPr>
          <p:cNvSpPr/>
          <p:nvPr/>
        </p:nvSpPr>
        <p:spPr>
          <a:xfrm>
            <a:off x="2594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0" name="Star: 5 Points 139">
            <a:extLst>
              <a:ext uri="{FF2B5EF4-FFF2-40B4-BE49-F238E27FC236}">
                <a16:creationId xmlns:a16="http://schemas.microsoft.com/office/drawing/2014/main" id="{8CF913CB-3954-0845-AE11-835ACD195F09}"/>
              </a:ext>
            </a:extLst>
          </p:cNvPr>
          <p:cNvSpPr/>
          <p:nvPr/>
        </p:nvSpPr>
        <p:spPr>
          <a:xfrm>
            <a:off x="2848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1" name="Star: 5 Points 140">
            <a:extLst>
              <a:ext uri="{FF2B5EF4-FFF2-40B4-BE49-F238E27FC236}">
                <a16:creationId xmlns:a16="http://schemas.microsoft.com/office/drawing/2014/main" id="{79CEAF51-8535-7123-F102-3BC20BB10A61}"/>
              </a:ext>
            </a:extLst>
          </p:cNvPr>
          <p:cNvSpPr/>
          <p:nvPr/>
        </p:nvSpPr>
        <p:spPr>
          <a:xfrm>
            <a:off x="3102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2" name="Star: 5 Points 141">
            <a:extLst>
              <a:ext uri="{FF2B5EF4-FFF2-40B4-BE49-F238E27FC236}">
                <a16:creationId xmlns:a16="http://schemas.microsoft.com/office/drawing/2014/main" id="{CD0893D6-3396-6C7A-B41E-46BD3B98FE69}"/>
              </a:ext>
            </a:extLst>
          </p:cNvPr>
          <p:cNvSpPr/>
          <p:nvPr/>
        </p:nvSpPr>
        <p:spPr>
          <a:xfrm>
            <a:off x="3356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3" name="Star: 5 Points 142">
            <a:extLst>
              <a:ext uri="{FF2B5EF4-FFF2-40B4-BE49-F238E27FC236}">
                <a16:creationId xmlns:a16="http://schemas.microsoft.com/office/drawing/2014/main" id="{9C5C7DE8-722B-1E56-6E9D-0A134A322A7F}"/>
              </a:ext>
            </a:extLst>
          </p:cNvPr>
          <p:cNvSpPr/>
          <p:nvPr/>
        </p:nvSpPr>
        <p:spPr>
          <a:xfrm>
            <a:off x="3610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4" name="Star: 5 Points 143">
            <a:extLst>
              <a:ext uri="{FF2B5EF4-FFF2-40B4-BE49-F238E27FC236}">
                <a16:creationId xmlns:a16="http://schemas.microsoft.com/office/drawing/2014/main" id="{7D32A12F-5212-B1A9-5D51-84B4BD74457A}"/>
              </a:ext>
            </a:extLst>
          </p:cNvPr>
          <p:cNvSpPr/>
          <p:nvPr/>
        </p:nvSpPr>
        <p:spPr>
          <a:xfrm>
            <a:off x="3864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5" name="Star: 5 Points 144">
            <a:extLst>
              <a:ext uri="{FF2B5EF4-FFF2-40B4-BE49-F238E27FC236}">
                <a16:creationId xmlns:a16="http://schemas.microsoft.com/office/drawing/2014/main" id="{8A5F115B-D262-B7CA-3710-E0D2B263F663}"/>
              </a:ext>
            </a:extLst>
          </p:cNvPr>
          <p:cNvSpPr/>
          <p:nvPr/>
        </p:nvSpPr>
        <p:spPr>
          <a:xfrm>
            <a:off x="4118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6" name="Star: 5 Points 145">
            <a:extLst>
              <a:ext uri="{FF2B5EF4-FFF2-40B4-BE49-F238E27FC236}">
                <a16:creationId xmlns:a16="http://schemas.microsoft.com/office/drawing/2014/main" id="{9633BDCB-134C-6C17-27CF-BDEB920E420C}"/>
              </a:ext>
            </a:extLst>
          </p:cNvPr>
          <p:cNvSpPr/>
          <p:nvPr/>
        </p:nvSpPr>
        <p:spPr>
          <a:xfrm>
            <a:off x="4372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7" name="Star: 5 Points 146">
            <a:extLst>
              <a:ext uri="{FF2B5EF4-FFF2-40B4-BE49-F238E27FC236}">
                <a16:creationId xmlns:a16="http://schemas.microsoft.com/office/drawing/2014/main" id="{E4F36330-CE70-E295-0ED5-1315C76540E1}"/>
              </a:ext>
            </a:extLst>
          </p:cNvPr>
          <p:cNvSpPr/>
          <p:nvPr/>
        </p:nvSpPr>
        <p:spPr>
          <a:xfrm>
            <a:off x="4626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8" name="Star: 5 Points 147">
            <a:extLst>
              <a:ext uri="{FF2B5EF4-FFF2-40B4-BE49-F238E27FC236}">
                <a16:creationId xmlns:a16="http://schemas.microsoft.com/office/drawing/2014/main" id="{03D10BDC-46B8-E56D-ACA3-D4924DF637B5}"/>
              </a:ext>
            </a:extLst>
          </p:cNvPr>
          <p:cNvSpPr/>
          <p:nvPr/>
        </p:nvSpPr>
        <p:spPr>
          <a:xfrm>
            <a:off x="4880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49" name="Star: 5 Points 148">
            <a:extLst>
              <a:ext uri="{FF2B5EF4-FFF2-40B4-BE49-F238E27FC236}">
                <a16:creationId xmlns:a16="http://schemas.microsoft.com/office/drawing/2014/main" id="{D452F900-922C-86B4-621D-9CE8F737FDE8}"/>
              </a:ext>
            </a:extLst>
          </p:cNvPr>
          <p:cNvSpPr/>
          <p:nvPr/>
        </p:nvSpPr>
        <p:spPr>
          <a:xfrm>
            <a:off x="5134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0" name="Star: 5 Points 149">
            <a:extLst>
              <a:ext uri="{FF2B5EF4-FFF2-40B4-BE49-F238E27FC236}">
                <a16:creationId xmlns:a16="http://schemas.microsoft.com/office/drawing/2014/main" id="{BC80D866-822F-BCAD-B0CA-31B472BC3BF9}"/>
              </a:ext>
            </a:extLst>
          </p:cNvPr>
          <p:cNvSpPr/>
          <p:nvPr/>
        </p:nvSpPr>
        <p:spPr>
          <a:xfrm>
            <a:off x="5388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1" name="Star: 5 Points 150">
            <a:extLst>
              <a:ext uri="{FF2B5EF4-FFF2-40B4-BE49-F238E27FC236}">
                <a16:creationId xmlns:a16="http://schemas.microsoft.com/office/drawing/2014/main" id="{A2B5AEE3-6F4C-0A10-1AA3-7905BD074E64}"/>
              </a:ext>
            </a:extLst>
          </p:cNvPr>
          <p:cNvSpPr/>
          <p:nvPr/>
        </p:nvSpPr>
        <p:spPr>
          <a:xfrm>
            <a:off x="5642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2" name="Star: 5 Points 151">
            <a:extLst>
              <a:ext uri="{FF2B5EF4-FFF2-40B4-BE49-F238E27FC236}">
                <a16:creationId xmlns:a16="http://schemas.microsoft.com/office/drawing/2014/main" id="{5C4C37D5-191C-B145-B14B-705042B0596E}"/>
              </a:ext>
            </a:extLst>
          </p:cNvPr>
          <p:cNvSpPr/>
          <p:nvPr/>
        </p:nvSpPr>
        <p:spPr>
          <a:xfrm>
            <a:off x="5896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3" name="Star: 5 Points 152">
            <a:extLst>
              <a:ext uri="{FF2B5EF4-FFF2-40B4-BE49-F238E27FC236}">
                <a16:creationId xmlns:a16="http://schemas.microsoft.com/office/drawing/2014/main" id="{39AD6E08-3E0D-91A6-DDCD-6CB9A32AF928}"/>
              </a:ext>
            </a:extLst>
          </p:cNvPr>
          <p:cNvSpPr/>
          <p:nvPr/>
        </p:nvSpPr>
        <p:spPr>
          <a:xfrm>
            <a:off x="6150917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4" name="Star: 5 Points 153">
            <a:extLst>
              <a:ext uri="{FF2B5EF4-FFF2-40B4-BE49-F238E27FC236}">
                <a16:creationId xmlns:a16="http://schemas.microsoft.com/office/drawing/2014/main" id="{53EE5683-8525-16FD-6DD8-8CBD4FAD1718}"/>
              </a:ext>
            </a:extLst>
          </p:cNvPr>
          <p:cNvSpPr/>
          <p:nvPr/>
        </p:nvSpPr>
        <p:spPr>
          <a:xfrm>
            <a:off x="6443662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5" name="Star: 5 Points 154">
            <a:extLst>
              <a:ext uri="{FF2B5EF4-FFF2-40B4-BE49-F238E27FC236}">
                <a16:creationId xmlns:a16="http://schemas.microsoft.com/office/drawing/2014/main" id="{65C6EC5C-E082-FAED-7428-6CB675938563}"/>
              </a:ext>
            </a:extLst>
          </p:cNvPr>
          <p:cNvSpPr/>
          <p:nvPr/>
        </p:nvSpPr>
        <p:spPr>
          <a:xfrm>
            <a:off x="6723492" y="9754193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6" name="Star: 5 Points 155">
            <a:extLst>
              <a:ext uri="{FF2B5EF4-FFF2-40B4-BE49-F238E27FC236}">
                <a16:creationId xmlns:a16="http://schemas.microsoft.com/office/drawing/2014/main" id="{9306FB61-7935-0DB8-D14E-8AE693AFE740}"/>
              </a:ext>
            </a:extLst>
          </p:cNvPr>
          <p:cNvSpPr/>
          <p:nvPr/>
        </p:nvSpPr>
        <p:spPr>
          <a:xfrm>
            <a:off x="54917" y="8968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7" name="Star: 5 Points 156">
            <a:extLst>
              <a:ext uri="{FF2B5EF4-FFF2-40B4-BE49-F238E27FC236}">
                <a16:creationId xmlns:a16="http://schemas.microsoft.com/office/drawing/2014/main" id="{B326A36F-8B20-8422-8781-28DC163E59D1}"/>
              </a:ext>
            </a:extLst>
          </p:cNvPr>
          <p:cNvSpPr/>
          <p:nvPr/>
        </p:nvSpPr>
        <p:spPr>
          <a:xfrm>
            <a:off x="54917" y="9222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8" name="Star: 5 Points 157">
            <a:extLst>
              <a:ext uri="{FF2B5EF4-FFF2-40B4-BE49-F238E27FC236}">
                <a16:creationId xmlns:a16="http://schemas.microsoft.com/office/drawing/2014/main" id="{43DA7A16-EEE1-91AD-163E-959D0FBB35D1}"/>
              </a:ext>
            </a:extLst>
          </p:cNvPr>
          <p:cNvSpPr/>
          <p:nvPr/>
        </p:nvSpPr>
        <p:spPr>
          <a:xfrm>
            <a:off x="54917" y="9476535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59" name="Star: 5 Points 158">
            <a:extLst>
              <a:ext uri="{FF2B5EF4-FFF2-40B4-BE49-F238E27FC236}">
                <a16:creationId xmlns:a16="http://schemas.microsoft.com/office/drawing/2014/main" id="{CB9ED30A-206F-C84B-D5BB-A75EA94BD25D}"/>
              </a:ext>
            </a:extLst>
          </p:cNvPr>
          <p:cNvSpPr/>
          <p:nvPr/>
        </p:nvSpPr>
        <p:spPr>
          <a:xfrm>
            <a:off x="6723492" y="8984166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60" name="Star: 5 Points 159">
            <a:extLst>
              <a:ext uri="{FF2B5EF4-FFF2-40B4-BE49-F238E27FC236}">
                <a16:creationId xmlns:a16="http://schemas.microsoft.com/office/drawing/2014/main" id="{5B5720D3-A72C-E9FD-7B28-C854ECE51075}"/>
              </a:ext>
            </a:extLst>
          </p:cNvPr>
          <p:cNvSpPr/>
          <p:nvPr/>
        </p:nvSpPr>
        <p:spPr>
          <a:xfrm>
            <a:off x="6723492" y="9238166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  <p:sp>
        <p:nvSpPr>
          <p:cNvPr id="161" name="Star: 5 Points 160">
            <a:extLst>
              <a:ext uri="{FF2B5EF4-FFF2-40B4-BE49-F238E27FC236}">
                <a16:creationId xmlns:a16="http://schemas.microsoft.com/office/drawing/2014/main" id="{D1D06AC6-1F7F-3767-1F23-5A1070A6ED1F}"/>
              </a:ext>
            </a:extLst>
          </p:cNvPr>
          <p:cNvSpPr/>
          <p:nvPr/>
        </p:nvSpPr>
        <p:spPr>
          <a:xfrm>
            <a:off x="6723492" y="9492166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500"/>
          </a:p>
        </p:txBody>
      </p:sp>
    </p:spTree>
    <p:extLst>
      <p:ext uri="{BB962C8B-B14F-4D97-AF65-F5344CB8AC3E}">
        <p14:creationId xmlns:p14="http://schemas.microsoft.com/office/powerpoint/2010/main" val="3603799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778</TotalTime>
  <Words>280</Words>
  <Application>Microsoft Office PowerPoint</Application>
  <PresentationFormat>A4 Paper (210x297 mm)</PresentationFormat>
  <Paragraphs>91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Theme</vt:lpstr>
      <vt:lpstr>PowerPoint Presentation</vt:lpstr>
    </vt:vector>
  </TitlesOfParts>
  <Company>Schlumberger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SMURTHY K</dc:creator>
  <cp:lastModifiedBy>SMURTHY K</cp:lastModifiedBy>
  <cp:revision>40</cp:revision>
  <dcterms:created xsi:type="dcterms:W3CDTF">2025-11-14T09:46:25Z</dcterms:created>
  <dcterms:modified xsi:type="dcterms:W3CDTF">2025-12-05T07:23:10Z</dcterms:modified>
</cp:coreProperties>
</file>